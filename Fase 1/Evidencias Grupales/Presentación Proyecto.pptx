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0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#1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#1" qsCatId="simple" csTypeId="urn:microsoft.com/office/officeart/2005/8/colors/accent5_2#1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/>
            <a:t>Juan Carlos Reyes Melo</a:t>
          </a:r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ES" dirty="0"/>
            <a:t>Scrum Master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ES" dirty="0"/>
            <a:t>Vicente José Ansaldi Gutiérrez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CL"/>
            <a:t>Lesther Alberto Araya Valdivia</a:t>
          </a:r>
          <a:endParaRPr lang="es-CL" dirty="0"/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Encargado de la correcta introducción de Scrum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s-CL" dirty="0"/>
            <a:t>Ingenieros de Machine </a:t>
          </a:r>
          <a:r>
            <a:rPr lang="es-CL" dirty="0" err="1"/>
            <a:t>Learning</a:t>
          </a:r>
          <a:endParaRPr lang="es-CL" dirty="0"/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D546635F-000B-49DF-BB26-293CCA777400}">
      <dgm:prSet phldrT="[Texto]"/>
      <dgm:spPr/>
      <dgm:t>
        <a:bodyPr/>
        <a:lstStyle/>
        <a:p>
          <a:r>
            <a:rPr lang="es-MX" dirty="0"/>
            <a:t>Diseñar, construir y desplegar modelos de aprendizaje </a:t>
          </a:r>
          <a:r>
            <a:rPr lang="es-MX" dirty="0" err="1"/>
            <a:t>automatico</a:t>
          </a:r>
          <a:endParaRPr lang="es-CL" dirty="0"/>
        </a:p>
      </dgm:t>
    </dgm:pt>
    <dgm:pt modelId="{B01A0825-9EDF-4B9A-B345-1B486D914AD4}" type="sibTrans" cxnId="{AC0A7FF3-EEC4-470A-823E-BF7AF1556A99}">
      <dgm:prSet/>
      <dgm:spPr/>
      <dgm:t>
        <a:bodyPr/>
        <a:lstStyle/>
        <a:p>
          <a:endParaRPr lang="es-CL"/>
        </a:p>
      </dgm:t>
    </dgm:pt>
    <dgm:pt modelId="{5437D343-BECF-4620-B6C7-7088D8BBD91B}" type="parTrans" cxnId="{AC0A7FF3-EEC4-470A-823E-BF7AF1556A99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ES" dirty="0"/>
            <a:t>Arquitecto de Software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Selección de tecnologías e incorporación de estas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t="-20000" b="-20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t="-20000" b="-20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t="-20000" b="-20000"/>
          </a:stretch>
        </a:blipFill>
      </dgm:spPr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3F2A6752-A5BB-4F63-B720-93C45E0B4F56}" type="presOf" srcId="{D546635F-000B-49DF-BB26-293CCA777400}" destId="{F36F4ED1-B414-46B8-A8C5-C0FB11F5CFBC}" srcOrd="0" destOrd="2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D1C04ECF-982A-425F-B2B1-9CF15BCEB83B}" type="presOf" srcId="{D546635F-000B-49DF-BB26-293CCA777400}" destId="{0E12AD21-08CC-4736-A269-DD5234F9D874}" srcOrd="1" destOrd="2" presId="urn:microsoft.com/office/officeart/2005/8/layout/vList4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AC0A7FF3-EEC4-470A-823E-BF7AF1556A99}" srcId="{99FF0D0F-282A-4030-9AF5-3B7621881539}" destId="{D546635F-000B-49DF-BB26-293CCA777400}" srcOrd="1" destOrd="0" parTransId="{5437D343-BECF-4620-B6C7-7088D8BBD91B}" sibTransId="{B01A0825-9EDF-4B9A-B345-1B486D914AD4}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 dirty="0"/>
            <a:t>Juan Carlos Reyes Melo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Scrum Master</a:t>
          </a:r>
          <a:endParaRPr lang="es-C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Encargado de la correcta introducción de Scrum</a:t>
          </a:r>
          <a:endParaRPr lang="es-CL" sz="1700" kern="1200" dirty="0"/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20000" b="-2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49550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Vicente José Ansaldi Gutiérrez</a:t>
          </a:r>
          <a:endParaRPr lang="es-CL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Arquitecto de Software</a:t>
          </a:r>
          <a:endParaRPr lang="es-C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Selección de tecnologías e incorporación de estas</a:t>
          </a:r>
          <a:endParaRPr lang="es-CL" sz="1700" kern="1200" dirty="0"/>
        </a:p>
      </dsp:txBody>
      <dsp:txXfrm>
        <a:off x="1662653" y="149550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35954" y="1631457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20000" b="-2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200" kern="1200"/>
            <a:t>Lesther Alberto Araya Valdivia</a:t>
          </a:r>
          <a:endParaRPr lang="es-CL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700" kern="1200" dirty="0"/>
            <a:t>Ingenieros de Machine </a:t>
          </a:r>
          <a:r>
            <a:rPr lang="es-CL" sz="1700" kern="1200" dirty="0" err="1"/>
            <a:t>Learning</a:t>
          </a:r>
          <a:endParaRPr lang="es-CL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700" kern="1200" dirty="0"/>
            <a:t>Diseñar, construir y desplegar modelos de aprendizaje </a:t>
          </a:r>
          <a:r>
            <a:rPr lang="es-MX" sz="1700" kern="1200" dirty="0" err="1"/>
            <a:t>automatico</a:t>
          </a:r>
          <a:endParaRPr lang="es-CL" sz="1700" kern="1200" dirty="0"/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26960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20000" b="-2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06-09-2026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“OJO DE HUASO”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4014120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CL" dirty="0"/>
              <a:t>La jura en el Rodeo Chileno requiere que el jurado observe y evalúe acciones deportivas que se desarrollan en pocos segundos y que involucran movimientos simultáneos del caballo y del novillo, puntos de contacto, posiciones de los animales y diferentes condiciones que deben ser interpretadas de acuerdo con el reglamento vigente.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algn="just"/>
            <a:r>
              <a:rPr lang="es-CL" dirty="0"/>
              <a:t>Se propone desarrollar </a:t>
            </a:r>
            <a:r>
              <a:rPr lang="es-CL" b="1" dirty="0"/>
              <a:t>Ojo de Huaso</a:t>
            </a:r>
            <a:r>
              <a:rPr lang="es-CL" dirty="0"/>
              <a:t>, un prototipo de sistema inteligente de apoyo a la jura del Rodeo Chileno basado en procesamiento de video, visión computacional e inteligencia artificial.</a:t>
            </a:r>
          </a:p>
          <a:p>
            <a:pPr lvl="0" algn="just"/>
            <a:endParaRPr lang="es-CL" sz="1800" dirty="0"/>
          </a:p>
          <a:p>
            <a:pPr lvl="0" algn="just"/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CL" dirty="0"/>
              <a:t>Poder reconocer las diversas acciones realizadas por los jinetes y calificar el puntaje por cada una de estas, logrando de esta forma obtener un puntaje transparente, en base a los ejemplos entregados por el </a:t>
            </a:r>
            <a:r>
              <a:rPr lang="es-CL" dirty="0" err="1"/>
              <a:t>Product</a:t>
            </a:r>
            <a:r>
              <a:rPr lang="es-CL" dirty="0"/>
              <a:t> Owner, además de poder justificar la pérdida de puntos por cada falta realizada a lo largo del rodeo.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6" y="472877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numCol="2" rtlCol="0" anchor="ctr"/>
          <a:lstStyle/>
          <a:p>
            <a:r>
              <a:rPr lang="es-CL" sz="1400" dirty="0"/>
              <a:t>• Disminuir la incertidumbre ante momentos de difícil apreciación, entregando un apoyo  mediante una recomendación automática basada en el análisis del video.</a:t>
            </a:r>
            <a:br>
              <a:rPr lang="es-CL" sz="1400" dirty="0"/>
            </a:br>
            <a:r>
              <a:rPr lang="es-CL" sz="1400" dirty="0"/>
              <a:t>• Mejorar la fundamentación de la evaluación de un momento mediante la identificación de la situación observable, las faltas priorizadas y el efecto reglamentario correspondiente.</a:t>
            </a:r>
            <a:br>
              <a:rPr lang="es-CL" sz="1400" dirty="0"/>
            </a:br>
            <a:r>
              <a:rPr lang="es-CL" sz="1400" dirty="0"/>
              <a:t>• Aumentar la transparencia de la recomendación informando las alternativas evaluadas por la inteligencia artificial y sus respectivos niveles de confianza.</a:t>
            </a:r>
            <a:br>
              <a:rPr lang="es-CL" sz="1400" dirty="0"/>
            </a:br>
            <a:r>
              <a:rPr lang="es-CL" sz="1400" dirty="0"/>
              <a:t>• Facilitar la revisión y trazabilidad de los análisis realizados mediante el almacenamiento del resultado, su justificación y la generación de reportes descargables.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89526D-4744-AF8B-1556-A30F0AD04976}"/>
              </a:ext>
            </a:extLst>
          </p:cNvPr>
          <p:cNvSpPr txBox="1"/>
          <p:nvPr/>
        </p:nvSpPr>
        <p:spPr>
          <a:xfrm>
            <a:off x="953147" y="2330816"/>
            <a:ext cx="10903056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El proyecto </a:t>
            </a:r>
            <a:r>
              <a:rPr lang="es-CL" sz="1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Ojo de Huaso</a:t>
            </a: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contempla el desarrollo de una solución web basada en Inteligencia Artificial orientada a apoyar el proceso de evaluación de una corrida de rodeo chileno. En su primera versión, el sistema permitirá </a:t>
            </a:r>
            <a:r>
              <a:rPr lang="es-CL" sz="1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cargar o seleccionar un video previamente grabado y analizar el segmento correspondiente a una corrida</a:t>
            </a: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, identificando elementos relevantes de la atajada para generar una recomendación que sirva como apoyo al jurado.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El sistema permitirá gestionar la información necesaria para contextualizar cada análisis, procesar el segmento de video mediante un modelo de Inteligencia Artificial y presentar los resultados obtenidos de manera clara para su posterior revisión.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589B798-8809-49AC-B503-12BF663DC3C9}"/>
              </a:ext>
            </a:extLst>
          </p:cNvPr>
          <p:cNvSpPr txBox="1"/>
          <p:nvPr/>
        </p:nvSpPr>
        <p:spPr>
          <a:xfrm>
            <a:off x="948944" y="3572744"/>
            <a:ext cx="10903055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s-CL" sz="1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Limitaciones del proyecto</a:t>
            </a:r>
            <a:endParaRPr lang="es-CL" sz="12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La primera versión de </a:t>
            </a:r>
            <a:r>
              <a:rPr lang="es-CL" sz="1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Ojo de Huaso</a:t>
            </a: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tendrá las siguientes limitaciones: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El sistema </a:t>
            </a:r>
            <a:r>
              <a:rPr lang="es-CL" sz="1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no realizará captura de video en tiempo real</a:t>
            </a: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ni tendrá conexión directa con cámaras instaladas en la medialuna. 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No se contempla la administración, configuración ni almacenamiento proveniente de sistemas de cámaras. 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El análisis se realizará exclusivamente sobre </a:t>
            </a:r>
            <a:r>
              <a:rPr lang="es-CL" sz="1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videos previamente grabados y proporcionados al sistema</a:t>
            </a: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El alcance se limita al análisis de </a:t>
            </a:r>
            <a:r>
              <a:rPr lang="es-CL" sz="1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una corrida o segmento específico de video</a:t>
            </a: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, y no al procesamiento automático de un rodeo completo. 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La precisión del análisis dependerá de factores como la </a:t>
            </a:r>
            <a:r>
              <a:rPr lang="es-CL" sz="1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calidad, resolución, iluminación, ángulo de grabación, visibilidad de los participantes y claridad del momento de contacto</a:t>
            </a: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La IA entregará una </a:t>
            </a:r>
            <a:r>
              <a:rPr lang="es-CL" sz="1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recomendación</a:t>
            </a: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, por lo que el resultado generado no constituirá automáticamente el puntaje oficial de la corrida. 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Ojo de Huaso funcionará de manera </a:t>
            </a:r>
            <a:r>
              <a:rPr lang="es-CL" sz="12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independiente de SIPLAN</a:t>
            </a:r>
            <a:r>
              <a:rPr lang="es-CL" sz="1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 durante esta versión, por lo que no se contempla integración automática con dicho sistema. </a:t>
            </a: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E94D8060-6BF5-1DE1-074D-CBA671603E29}"/>
              </a:ext>
            </a:extLst>
          </p:cNvPr>
          <p:cNvSpPr txBox="1"/>
          <p:nvPr/>
        </p:nvSpPr>
        <p:spPr>
          <a:xfrm>
            <a:off x="628853" y="2518739"/>
            <a:ext cx="1128470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  <a:t>Se utilizará una metodología híbrida que combine Scrum para la gestión y desarrollo incremental del software con CRISP-DM para organizar el trabajo asociado a los datos audiovisuales y al modelo de inteligencia artificial.</a:t>
            </a:r>
            <a:b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  <a:t>Durante la Fase 1 (semanas 1 a 4) se consolidarán el problema, el alcance único, los objetivos, las reglas de negocio, las doce historias de usuario V1, los criterios de aceptación, el catálogo inicial de situaciones reglamentarias y el conjunto inicial de momentos de video que se utilizarán para pruebas y entrenamiento.</a:t>
            </a:r>
            <a:b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  <a:t>La Fase 2 se organizará en cinco </a:t>
            </a:r>
            <a:r>
              <a:rPr lang="es-CL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sprints</a:t>
            </a:r>
            <a: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  <a:t> consecutivos de dos semanas:</a:t>
            </a:r>
            <a:b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  <a:t>• Sprint 1 (semanas 5-6): ingreso de URL, selección del intervalo temporal y validación del video/momento (HU-001 a HU-003).</a:t>
            </a:r>
            <a:b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  <a:t>• Sprint 2 (semanas 7-8): procesamiento del momento seleccionado e identificación de la situación observable (HU-004 y HU-005).</a:t>
            </a:r>
            <a:b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  <a:t>• Sprint 3 (semanas 9-10): recomendación de puntaje, detección de faltas priorizadas y aplicación de su efecto reglamentario (HU-006 a HU-008).</a:t>
            </a:r>
            <a:b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  <a:t>• Sprint 4 (semanas 11-12): niveles de confianza, alternativas evaluadas y justificación de la recomendación (HU-009 y HU-010).</a:t>
            </a:r>
            <a:b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L" sz="1600" dirty="0">
                <a:ea typeface="Calibri" panose="020F0502020204030204" pitchFamily="34" charset="0"/>
                <a:cs typeface="Times New Roman" panose="02020603050405020304" pitchFamily="18" charset="0"/>
              </a:rPr>
              <a:t>• Sprint 5 (semanas 13-14): almacenamiento, consulta de análisis, generación de reportes PDF/Excel, integración y preparación de la versión entregable (HU-011 y HU-012).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o Release Plan para el desarrollo del proyecto</a:t>
            </a:r>
          </a:p>
          <a:p>
            <a:pPr algn="ctr"/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D03776BA-7160-FBAC-947F-85152EB9F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651" y="2048208"/>
            <a:ext cx="947869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C7B163C2-28F3-8149-8870-4AB22EACE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926" y="2078986"/>
            <a:ext cx="7168521" cy="477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“OJO DE HUASO”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A54B8D5E-70D6-A1D1-1541-4AD16EA8A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12" y="2078986"/>
            <a:ext cx="8283149" cy="462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937</Words>
  <Application>Microsoft Office PowerPoint</Application>
  <PresentationFormat>Panorámica</PresentationFormat>
  <Paragraphs>55</Paragraphs>
  <Slides>14</Slides>
  <Notes>0</Notes>
  <HiddenSlides>4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Symbol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Vicente Ansaldi</cp:lastModifiedBy>
  <cp:revision>12</cp:revision>
  <dcterms:created xsi:type="dcterms:W3CDTF">2023-10-28T21:12:11Z</dcterms:created>
  <dcterms:modified xsi:type="dcterms:W3CDTF">2026-09-06T19:16:21Z</dcterms:modified>
</cp:coreProperties>
</file>