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#1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#1" qsCatId="simple" csTypeId="urn:microsoft.com/office/officeart/2005/8/colors/accent5_2#1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Juan Carlos Reyes Melo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ES" dirty="0"/>
            <a:t>Scrum Master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ES" dirty="0"/>
            <a:t>Vicente José Ansaldi Gutiérrez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/>
            <a:t>Lesther Alberto Araya Valdivia</a:t>
          </a:r>
          <a:endParaRPr lang="es-CL" dirty="0"/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Encargado de la correcta introducción de Scrum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CL" dirty="0"/>
            <a:t>Ingenieros de Machine </a:t>
          </a:r>
          <a:r>
            <a:rPr lang="es-CL" dirty="0" err="1"/>
            <a:t>Learning</a:t>
          </a:r>
          <a:endParaRPr lang="es-CL" dirty="0"/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r>
            <a:rPr lang="es-MX" dirty="0"/>
            <a:t>Diseñar, construir y desplegar modelos de aprendizaje </a:t>
          </a:r>
          <a:r>
            <a:rPr lang="es-MX" dirty="0" err="1"/>
            <a:t>automatico</a:t>
          </a:r>
          <a:endParaRPr lang="es-CL" dirty="0"/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ES" dirty="0"/>
            <a:t>Arquitecto de Software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Selección de tecnologías e incorporación de estas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/>
            <a:t>Juan Carlos Reyes Melo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Scrum Master</a:t>
          </a:r>
          <a:endParaRPr lang="es-C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Encargado de la correcta introducción de Scrum</a:t>
          </a:r>
          <a:endParaRPr lang="es-CL" sz="1700" kern="1200" dirty="0"/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Vicente José Ansaldi Gutiérrez</a:t>
          </a:r>
          <a:endParaRPr lang="es-CL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Arquitecto de Software</a:t>
          </a:r>
          <a:endParaRPr lang="es-C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Selección de tecnologías e incorporación de estas</a:t>
          </a:r>
          <a:endParaRPr lang="es-CL" sz="1700" kern="1200" dirty="0"/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Lesther Alberto Araya Valdivia</a:t>
          </a:r>
          <a:endParaRPr lang="es-CL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700" kern="1200" dirty="0"/>
            <a:t>Ingenieros de Machine </a:t>
          </a:r>
          <a:r>
            <a:rPr lang="es-CL" sz="1700" kern="1200" dirty="0" err="1"/>
            <a:t>Learning</a:t>
          </a:r>
          <a:endParaRPr lang="es-C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Diseñar, construir y desplegar modelos de aprendizaje </a:t>
          </a:r>
          <a:r>
            <a:rPr lang="es-MX" sz="1700" kern="1200" dirty="0" err="1"/>
            <a:t>automatico</a:t>
          </a:r>
          <a:endParaRPr lang="es-CL" sz="1700" kern="1200" dirty="0"/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27-08-2026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“OJO DE HUASO”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7409430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CL" dirty="0"/>
              <a:t>La jura en el Rodeo Chileno requiere que el jurado observe y evalúe acciones deportivas que se desarrollan en pocos segundos y que involucran movimientos simultáneos del caballo y del novillo, puntos de contacto, posiciones de los animales y diferentes condiciones que deben ser interpretadas de acuerdo con el reglamento vigente.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algn="just"/>
            <a:r>
              <a:rPr lang="es-CL" dirty="0"/>
              <a:t>Se propone desarrollar </a:t>
            </a:r>
            <a:r>
              <a:rPr lang="es-CL" b="1" dirty="0"/>
              <a:t>Ojo de Huaso</a:t>
            </a:r>
            <a:r>
              <a:rPr lang="es-CL" dirty="0"/>
              <a:t>, un prototipo de sistema inteligente de apoyo a la jura del Rodeo Chileno basado en procesamiento de video, visión computacional e inteligencia artificial.</a:t>
            </a:r>
          </a:p>
          <a:p>
            <a:pPr lvl="0" algn="just"/>
            <a:endParaRPr lang="es-CL" sz="1800" dirty="0"/>
          </a:p>
          <a:p>
            <a:pPr lvl="0" algn="just"/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L" dirty="0"/>
              <a:t>Desarrollar un prototipo de sistema inteligente de apoyo a la jura del Rodeo Chileno mediante visión computacional e inteligencia artificial, capaz de analizar registros audiovisuales de atajadas y generar una recomendación fundamentada de clasificación y puntaje que pueda ser utilizada como información complementaria por el jurado.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6" y="472877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Analizar las características reglamentarias y operacionales.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Diseñar la arquitectura de Ojo de Huaso.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Implementar un modelo de visión.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Desarrollar un mecanismo que entregue una justificación.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Desarrollar una interfaz que permita visualizar la atajada.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Evaluar el prototipo mediante videos reales previamente grabados.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o Release Plan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0566"/>
              </p:ext>
            </p:extLst>
          </p:nvPr>
        </p:nvGraphicFramePr>
        <p:xfrm>
          <a:off x="1248696" y="2595717"/>
          <a:ext cx="10235372" cy="3618273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4883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i="1" dirty="0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Describe actividades del punto anterior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93482997-579E-750A-0831-B4A054C1A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447" y="2888071"/>
            <a:ext cx="6111104" cy="333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478</Words>
  <Application>Microsoft Office PowerPoint</Application>
  <PresentationFormat>Panorámica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Vicente Ansaldi</cp:lastModifiedBy>
  <cp:revision>5</cp:revision>
  <dcterms:created xsi:type="dcterms:W3CDTF">2023-10-28T21:12:11Z</dcterms:created>
  <dcterms:modified xsi:type="dcterms:W3CDTF">2026-08-27T17:14:54Z</dcterms:modified>
</cp:coreProperties>
</file>